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832AB-3AB0-5B4D-53B6-FC683B7A32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D1769E5-6462-6177-C77C-DC22BCB73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9654FE-34A6-3647-08C3-0D9DF62B5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934C7-464B-414C-B532-2F1E6ECC22C6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7D731E-9210-774E-4A79-3EE5C252B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76DB78-F2BE-82C9-A2E6-D08AD5279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157C0-C905-4391-BA0E-68F99C90AF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344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B3BB21-69E7-E624-7573-06903EA08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8A65CF-E85B-5786-8F66-0BF8396D4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9EB24F-BD96-5ED0-7D02-5A17A9CEB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934C7-464B-414C-B532-2F1E6ECC22C6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7437AD-83FA-F98F-266F-6C33561B1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9FA0D1-FFA7-D2C4-2624-FD987AC7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157C0-C905-4391-BA0E-68F99C90AF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886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C1BE0C-7BBE-5C03-225A-43573F944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45E0B8-3EA6-34D8-AD40-0B3756F64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8EF61C-A76E-8A59-1122-E71D5440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934C7-464B-414C-B532-2F1E6ECC22C6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8F9A5F-EF3F-18AF-2E95-CF18DC40C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396979-DCB9-40FD-A6A1-741A9A6AD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157C0-C905-4391-BA0E-68F99C90AF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117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AD036-4A78-DA62-13B5-56B4927F5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EDC71C-6F07-9E1C-FE7E-FA37FD257C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783358-B5FE-8A7E-5283-6A2D76142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FF8E90-F2D5-B395-C39B-6BA5D84B8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934C7-464B-414C-B532-2F1E6ECC22C6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FA2127-517F-BF05-E8F2-5457D4F2E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0E2059-E451-F321-2479-C8B504265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157C0-C905-4391-BA0E-68F99C90AF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46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0F9365-53C2-127C-F032-ABEDD0E4C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D392EA-E484-FFE9-54E8-E06896AF2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D78D40-1A7B-4497-DAC9-D93F8C909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0403293-FCC4-C878-2EC0-CC8A666EA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F56CCC8-259D-E9BC-C792-D8FABD2985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6C933BC-CF33-1F4E-7B1C-FB08BECE0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934C7-464B-414C-B532-2F1E6ECC22C6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79090FA-1835-7FDB-665E-B93205C1A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88D401-2840-AC9F-ECB4-BD8910F5C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157C0-C905-4391-BA0E-68F99C90AF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78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D4ED28-D693-8000-C630-7649E8F9D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5EF54C-8080-58E7-A085-26639D127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934C7-464B-414C-B532-2F1E6ECC22C6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7F59F08-B0EF-D75C-7601-198209BAD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1E36BE-6A02-C707-6E55-3A7417BD0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157C0-C905-4391-BA0E-68F99C90AF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61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54597DC-6146-B78D-A8CD-C0A1CA3CE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934C7-464B-414C-B532-2F1E6ECC22C6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058785F-AD39-7D0E-F128-87F03D516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6C2DB0-9D13-FF72-7353-AB5AC6596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157C0-C905-4391-BA0E-68F99C90AF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5295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49E21D-4D58-B6F5-B80B-C67CAE931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C990CD-9D20-4F54-DF7C-55EF87995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571BE6-06C6-FDCE-AE4A-D52B653EBB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9B70A7-B4AC-4E8C-DB0C-6843FB9A2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934C7-464B-414C-B532-2F1E6ECC22C6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86D669-2B04-4BB7-F584-03F76A8BB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685429-4337-CBF9-C292-55D69C90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157C0-C905-4391-BA0E-68F99C90AF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498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E38956-B0DD-F8EB-B93F-5D19F466D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92E16B6-6C0F-B2E8-7D12-93969584719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9277BF-C8DB-8166-988F-41963FBBB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82E54A-C6CA-E56B-F472-79A83F0AB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934C7-464B-414C-B532-2F1E6ECC22C6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6ECD50-13CC-AD83-CC46-D04107DD1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317834-C9E2-CAF0-6DFE-EB0E9EB2F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157C0-C905-4391-BA0E-68F99C90AF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071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AA86E-C703-5D54-1C6D-A3A036BEA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0C56AE-EB07-137E-0BDD-401C1F301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A58A78-DE5A-C667-473A-60415B866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934C7-464B-414C-B532-2F1E6ECC22C6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21D9CD-0CE6-0B3C-4E02-9F8ADB940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28F330-774D-0F10-07D0-87CBE99A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157C0-C905-4391-BA0E-68F99C90AF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1885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9526471-B455-D7C2-5F6B-31F11E044D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ABA247B-54A4-517B-CB59-5B13AD7AA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55262-9BEE-6C2B-B6A3-E3F011E7C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934C7-464B-414C-B532-2F1E6ECC22C6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32563F-E85E-AF12-114E-2B2D9E852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F6A325-353D-DE70-B650-C1134FD50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157C0-C905-4391-BA0E-68F99C90AF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262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364F67C-6058-E295-E61E-9FAAE8AA1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D032FD-C284-CD3B-D093-11F81E98A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9A9B14-271B-78C1-E76E-FF1751A01C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8934C7-464B-414C-B532-2F1E6ECC22C6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88184A-579C-FE2B-F745-4C78BBC230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D6090A-CEC5-3910-517D-74B2E70FD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B157C0-C905-4391-BA0E-68F99C90AF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812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AC2E92-825E-0783-CA55-B9F7D0BC59B2}"/>
              </a:ext>
            </a:extLst>
          </p:cNvPr>
          <p:cNvSpPr txBox="1"/>
          <p:nvPr/>
        </p:nvSpPr>
        <p:spPr>
          <a:xfrm>
            <a:off x="1534886" y="1088571"/>
            <a:ext cx="875211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제작 지침</a:t>
            </a:r>
            <a:r>
              <a:rPr lang="en-US" altLang="ko-KR" dirty="0"/>
              <a:t>: </a:t>
            </a:r>
            <a:r>
              <a:rPr lang="en-US" altLang="ko-KR" dirty="0" err="1"/>
              <a:t>prd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홈페이지 이름은 </a:t>
            </a:r>
            <a:r>
              <a:rPr lang="en-US" altLang="ko-KR" dirty="0"/>
              <a:t>: </a:t>
            </a:r>
            <a:r>
              <a:rPr lang="ko-KR" altLang="en-US" dirty="0" err="1"/>
              <a:t>아륭기업</a:t>
            </a:r>
            <a:r>
              <a:rPr lang="ko-KR" altLang="en-US" dirty="0"/>
              <a:t> </a:t>
            </a:r>
            <a:r>
              <a:rPr lang="ko-KR" altLang="en-US" dirty="0" err="1"/>
              <a:t>플라즈마사업팀</a:t>
            </a:r>
            <a:r>
              <a:rPr lang="ko-KR" altLang="en-US" dirty="0"/>
              <a:t> 총본부장 </a:t>
            </a:r>
            <a:r>
              <a:rPr lang="en-US" altLang="ko-KR" dirty="0"/>
              <a:t>: </a:t>
            </a:r>
            <a:r>
              <a:rPr lang="ko-KR" altLang="en-US" dirty="0" err="1"/>
              <a:t>이종선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 </a:t>
            </a:r>
            <a:r>
              <a:rPr lang="ko-KR" altLang="en-US" dirty="0"/>
              <a:t>전화번호 </a:t>
            </a:r>
            <a:r>
              <a:rPr lang="en-US" altLang="ko-KR" dirty="0"/>
              <a:t>: 010-7724-2040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상품 사진  널고 옆에 응용분야 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dirty="0"/>
              <a:t>핸드폰 에서 보는 타입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dirty="0"/>
              <a:t>그림을 최대 활용해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처음장면에서는 상품 특징 </a:t>
            </a:r>
            <a:r>
              <a:rPr lang="en-US" altLang="ko-KR" dirty="0"/>
              <a:t>.</a:t>
            </a:r>
            <a:r>
              <a:rPr lang="ko-KR" altLang="en-US" dirty="0"/>
              <a:t>상품명</a:t>
            </a:r>
            <a:r>
              <a:rPr lang="en-US" altLang="ko-KR" dirty="0"/>
              <a:t>,</a:t>
            </a:r>
            <a:r>
              <a:rPr lang="ko-KR" altLang="en-US" dirty="0"/>
              <a:t>사진 위주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스크롤 하면 자세히 소개 형식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중간중간 </a:t>
            </a:r>
            <a:r>
              <a:rPr lang="en-US" altLang="ko-KR" dirty="0"/>
              <a:t>“</a:t>
            </a:r>
            <a:r>
              <a:rPr lang="ko-KR" altLang="en-US" dirty="0"/>
              <a:t> 상담 </a:t>
            </a:r>
            <a:r>
              <a:rPr lang="en-US" altLang="ko-KR" dirty="0"/>
              <a:t>“ </a:t>
            </a:r>
            <a:r>
              <a:rPr lang="ko-KR" altLang="en-US" dirty="0" err="1"/>
              <a:t>이종선</a:t>
            </a:r>
            <a:r>
              <a:rPr lang="ko-KR" altLang="en-US" dirty="0"/>
              <a:t> 총괄 본부장</a:t>
            </a:r>
            <a:r>
              <a:rPr lang="en-US" altLang="ko-KR" dirty="0"/>
              <a:t>: 010-7724-2040 </a:t>
            </a:r>
            <a:r>
              <a:rPr lang="ko-KR" altLang="en-US" dirty="0"/>
              <a:t> </a:t>
            </a:r>
            <a:r>
              <a:rPr lang="en-US" altLang="ko-KR" dirty="0"/>
              <a:t>“ </a:t>
            </a:r>
            <a:r>
              <a:rPr lang="ko-KR" altLang="en-US" dirty="0"/>
              <a:t> 보여줌</a:t>
            </a:r>
          </a:p>
        </p:txBody>
      </p:sp>
    </p:spTree>
    <p:extLst>
      <p:ext uri="{BB962C8B-B14F-4D97-AF65-F5344CB8AC3E}">
        <p14:creationId xmlns:p14="http://schemas.microsoft.com/office/powerpoint/2010/main" val="256293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BBBA141-3042-3C2E-4D44-B5A38B72F3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229" y="808265"/>
            <a:ext cx="6324600" cy="4743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51FD94-74CD-F35B-7CEB-A83083A37D2A}"/>
              </a:ext>
            </a:extLst>
          </p:cNvPr>
          <p:cNvSpPr txBox="1"/>
          <p:nvPr/>
        </p:nvSpPr>
        <p:spPr>
          <a:xfrm>
            <a:off x="9078685" y="1872343"/>
            <a:ext cx="2383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옆 차량 </a:t>
            </a:r>
            <a:r>
              <a:rPr lang="ko-KR" altLang="en-US" dirty="0" err="1"/>
              <a:t>표시을</a:t>
            </a:r>
            <a:r>
              <a:rPr lang="ko-KR" altLang="en-US" dirty="0"/>
              <a:t> 메인 화면 표시로 활용</a:t>
            </a:r>
          </a:p>
        </p:txBody>
      </p:sp>
    </p:spTree>
    <p:extLst>
      <p:ext uri="{BB962C8B-B14F-4D97-AF65-F5344CB8AC3E}">
        <p14:creationId xmlns:p14="http://schemas.microsoft.com/office/powerpoint/2010/main" val="764751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61</Words>
  <Application>Microsoft Office PowerPoint</Application>
  <PresentationFormat>와이드스크린</PresentationFormat>
  <Paragraphs>12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현민 지</dc:creator>
  <cp:lastModifiedBy>현민 지</cp:lastModifiedBy>
  <cp:revision>1</cp:revision>
  <dcterms:created xsi:type="dcterms:W3CDTF">2026-09-23T04:46:49Z</dcterms:created>
  <dcterms:modified xsi:type="dcterms:W3CDTF">2026-09-23T04:54:19Z</dcterms:modified>
</cp:coreProperties>
</file>